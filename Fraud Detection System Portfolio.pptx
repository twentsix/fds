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4220"/>
            <a:ext cx="11049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16783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Fraud Detection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1965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Anomaly Detection Using Machine Learning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19472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Python | Isolation Forest | Feature Engineering | Risk Analytics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6505575"/>
            <a:ext cx="2628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Portfolio Project: Machine Learning Specialist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img1.png"/>
          <p:cNvPicPr preferRelativeResize="0"/>
          <p:nvPr/>
        </p:nvPicPr>
        <p:blipFill rotWithShape="1">
          <a:blip r:embed="rId4">
            <a:alphaModFix/>
          </a:blip>
          <a:srcRect b="0" l="9821" r="9813" t="0"/>
          <a:stretch/>
        </p:blipFill>
        <p:spPr>
          <a:xfrm>
            <a:off x="6381750" y="1990725"/>
            <a:ext cx="5238752" cy="38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1193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Latar Belakang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8603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Mendeteksi aktivitas penipuan (fraud) dalam transaksi keuangan adalah tantangan kritis. Proyek ini mengembangkan sistem deteksi anomali tanpa pengawasan (unsupervised) untuk mengidentifikasi pola transaksi mencurigakan secara real-time.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2910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Tujuan Utama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18383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47577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Mengurangi False Positives dalam deteksi fraud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0625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Memberikan skor risiko yang dapat ditindaklanjuti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3673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Skalabilitas untuk pemrosesan data volume tinggi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101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14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197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Overview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Proyek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506200" y="6505575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10733" y="28813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Cleansing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647394"/>
            <a:ext cx="24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Handling missing values, deduplikasi, &amp; verifikasi ID unik.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672530" y="472508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383413" y="2881312"/>
            <a:ext cx="255219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Feature Engineering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444180" y="3690591"/>
            <a:ext cx="24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Ekstraksi pola waktu, frekuensi, &amp; kecepatan transaksi.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545210" y="473233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256094" y="28813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ML Modeling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316860" y="3647394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Implementasi Isolation Forest &amp; Hyperparameter Tuning.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417891" y="470761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128774" y="28813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Actionable Insights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89541" y="3674608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Pembangkitan skor risiko &amp; laporan real-time.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10290571" y="469809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35480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Alur Kerja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End-to-End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468100" y="650557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00250"/>
            <a:ext cx="2095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381750" y="27479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Langkah Strategis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34150" y="32146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72250" y="32146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Deduplikasi: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Identifikasi transaksi ganda berdasarkan timestamp &amp; ID unik.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34150" y="38242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72250" y="38242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Missing Value: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Imputasi berbasis median untuk fitur numerik guna menjaga statistik distribusi.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34150" y="44338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72250" y="44338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 Scaling: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Menggunakan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RobustScaler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agar model tidak bias terhadap outlier yang ekstrem namun valid.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Pembersihan &amp;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Integritas Data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477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  <p:pic>
        <p:nvPicPr>
          <p:cNvPr id="144" name="Google Shape;144;p16" title="img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000250"/>
            <a:ext cx="5238749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4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85987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85987"/>
            <a:ext cx="34924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62025" y="322421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Pola Waktu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3690937"/>
            <a:ext cx="2711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Ekstraksi jam transaksi, deteksi "Late Night" (00:00-04:00), &amp; identifikasi hari libur nasional untuk melihat lonjakan tidak wajar.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740175" y="3224212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Kecepatan (Velocity)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740175" y="3690937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Menghitung jumlah transaksi dalam jendela 1 menit &amp; 5 menit. Deteksi transaksi berturut-turut di bawah 10 detik.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518475" y="322421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Pola Nominal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518475" y="3690937"/>
            <a:ext cx="2711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Analisis "Limit Gaming" (transaksi tepat di bawah batas limit) &amp; penyimpangan dari rata-rata historis (Rolling Mean).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050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26050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475" y="2605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Engineering: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Waktu &amp; Perilaku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468100" y="650557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1371600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Advanced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Pattern Detection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2857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Sistem dirancang untuk mengenali pola fraud yang canggih: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23900" y="36576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36576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Retry Pattern: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Transaksi gagal yang diikuti sukses dalam waktu sangat singkat.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23900" y="42672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42672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Same Amount Pattern: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Pengulangan nominal identik yang tidak wajar dalam retail normal.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23900" y="48768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48768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Anomaly Score Log: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Transformasi logaritmik pada nominal untuk menangani skewness data transaksi.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110490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23526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Mengapa Isolation Forest?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28194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Algoritma ini sangat efisien untuk data berdimensi tinggi. Alih-alih memodelkan data normal, ia "mengisolasi" anomali dengan partisi acak, menjadikannya ideal untuk deteksi fraud tanpa label (unsupervised).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42195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Hyperparameters: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23900" y="45243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45243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Contamination: 2% (Realistik untuk Fraud)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23900" y="48291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48291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N-Estimators: 1000 (Stabilitas Skor)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23900" y="5133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62000" y="51339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Max Samples: 0.9 (Generalisasi Tinggi)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Modeling: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Isolation Forest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1468100" y="650557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2286000" y="4524375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Dengan menggunakan metode persentil pada skor anomali, sistem dapat secara otomatis mengkategorikan transaksi ke dalam tingkat risiko yang berbeda untuk prioritas investigasi tim fraud.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2366962" y="2352675"/>
            <a:ext cx="1943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95th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2366962" y="3495675"/>
            <a:ext cx="19431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Percentile Score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SUSPICIOUS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900987" y="2352675"/>
            <a:ext cx="19240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99th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900987" y="3495675"/>
            <a:ext cx="1924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Percentile Score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HIGH RISK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Klasifikasi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Tingkat Risiko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1477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Deteksi Lonjakan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(Spike)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11477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0250"/>
            <a:ext cx="1743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6381750" y="25955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Output yang Dihasilkan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534150" y="30622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572250" y="30622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High Risk Report: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Laporan CSV/Excel otomatis yang merinci identitas, jumlah, dan alasan anomali.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534150" y="36718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572250" y="367188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Penjelasan Otomatis: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AI menarasikan mengapa suatu transaksi dianggap berisiko (misal: "Transaksi dini hari + limit gaming").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534150" y="45862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572250" y="45862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Email Notification: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Alert instan kepada tim operasional lengkap dengan ringkasan visual.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Pelaporan &amp;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Notifikasi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1477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09</a:t>
            </a:r>
            <a:endParaRPr/>
          </a:p>
        </p:txBody>
      </p:sp>
      <p:pic>
        <p:nvPicPr>
          <p:cNvPr id="230" name="Google Shape;230;p22" title="img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000250"/>
            <a:ext cx="4908950" cy="36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9357"/>
            <a:ext cx="11049000" cy="1249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9917"/>
            <a:ext cx="349240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3629917"/>
            <a:ext cx="3492549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3629917"/>
            <a:ext cx="349240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952500" y="2380357"/>
            <a:ext cx="10287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"Sistem ini memberikan perlindungan proaktif, bukan reaktif."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94241" y="402044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Efisiensi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62025" y="4487167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Otomasi klasifikasi risiko menghemat 80% waktu tim investigasi.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672388" y="4020442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Ketepatan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740175" y="448716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Pengurangan signifikan pada kerugian finansial akibat transaksi ilegal.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450691" y="402044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Skalabilitas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518475" y="4487167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Siap menangani jutaan transaksi dengan performa algoritma yang optimal.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Kesimpulan &amp;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Dampak Bisnis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1506200" y="6505575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295275" y="220786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Terima Kasih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71500" y="28936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Mari berdiskusi lebih lanjut mengenai implementasi Machine Learning dalam keamanan finansial.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373558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github.com/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Twentsix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404038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linkedin.com/in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/yogyawan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434518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joshuayogy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@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yahoo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.com</a:t>
            </a:r>
            <a:endParaRPr/>
          </a:p>
        </p:txBody>
      </p:sp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3012" y="3792735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5375" y="409753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1112" y="440233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571500" y="203373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281850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80136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28089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28089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7918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7918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7747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47747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31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217661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http://www.pentasecurity.com/wp-content/uploads/2021/05/FDS-image.png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24223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www.pentasecurity.com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67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296138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https://images.ctfassets.net/dkgr2j75jrom/3SmuSeYhoh05YNaHjlSKdO/2194fe092d6941a155543fed54d36c33/types-of-data-processing.jpg?w=1679&amp;h=1397&amp;fl=progressive&amp;q=50&amp;fm=jpg&amp;bg=transparent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34051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www.fullstory.com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9900"/>
            <a:ext cx="8572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66875" y="394424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https://media.istockphoto.com/id/2214323782/vector/abstract-neural-networks-visualization-with-colorful-data-streams-digital-flow-and.jpg?s=1024x1024&amp;w=is&amp;k=20&amp;c=f1F8AvUe5G-Cq_4svID9fnnbENlKxEwTi9QV_jBKWDw=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43880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85" name="Google Shape;28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327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1666875" y="492710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https://img.freepik.com/premium-photo/professional-people-man-presentation-whiteboard-data-analytics-statistics-financial-growth-business-leader-accountant-analyst-with-numbers-graph-revenue-proposal-report_590464-332106.jpg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666875" y="53709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95" y="3983250"/>
            <a:ext cx="85725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